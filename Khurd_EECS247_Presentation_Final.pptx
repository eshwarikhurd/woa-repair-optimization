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 vs PSO vs GA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 Algorithms for Erasure Code Repair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Geo-Distributed Storage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2286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461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Eshwari Khurd  |  UCI ID: 28722089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EECS 247: Information Storage  |  UC Irvine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Extending: Xu et al. (2026), Journal of Cloud Computing, 15(3)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github.com/eshwarikhurd/woa-repair-optimization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16459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5156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fails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" y="1536192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fragments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multiple DCs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560320" cy="16459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105156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Cross-DC traffic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55848" y="1536192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Wide-area links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bandwidth-limited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560320" cy="16459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6208" y="105156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imbalance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36208" y="1536192"/>
            <a:ext cx="2340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links saturated,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idle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The GECR Problem — jointly minimize three objectives: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5760" y="324612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(1)  Repair latency — how fast can we recover?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(2)  Repair traffic — how much data do we move?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(3)  Load imbalance — are links evenly utilized?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the optimal repair tree is NP-hard.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Tree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</a:t>
            </a:r>
            <a:pPr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destination (repaired block)
</a:t>
            </a:r>
            <a:pPr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nodes</a:t>
            </a:r>
            <a:pPr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surviving data providers
</a:t>
            </a:r>
            <a:pPr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nodes</a:t>
            </a:r>
            <a:pPr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XOR aggregation (combine before forwarding)
</a:t>
            </a:r>
            <a:pPr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as: </a:t>
            </a:r>
            <a:pPr indent="0" marL="0">
              <a:buNone/>
            </a:pPr>
            <a:r>
              <a:rPr lang="en-US" sz="1300" i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k paths, each leaf → root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objective functions: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402336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56048" y="1426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fmerge  (Eq. 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56048" y="1792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depth of XOR merger nodes. Lower = XOR happens early = less raw data on bottleneck links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2468880"/>
            <a:ext cx="402336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2523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fnet-load  (Eq. 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28895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of link utilization. Lower = more balanced traffic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3566160"/>
            <a:ext cx="402336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3621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repair_traffic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39867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hops × block size (MB). Lower = less bandwidth consumed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474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= 0.5 × fmerge + 0.5 × fnet-load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Algorithms — Same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8A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502920"/>
          </a:xfrm>
          <a:prstGeom prst="rect">
            <a:avLst/>
          </a:prstGeom>
          <a:solidFill>
            <a:srgbClr val="1F8AC0"/>
          </a:solidFill>
          <a:ln w="12700">
            <a:solidFill>
              <a:srgbClr val="1F8A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509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Optimization Algorithm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Mimics humpback whale bubble-net hunting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&amp; encircling — local search near best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— escape local optima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 update — spiral path refinement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91440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C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914400"/>
            <a:ext cx="2743200" cy="5029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9509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55848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Swarm Optimization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repair tree is a particle with velocity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228600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best — memory of own best solution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best — pull toward swarm's best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decay — exploration → exploitation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08776" y="91440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9E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914400"/>
            <a:ext cx="2743200" cy="50292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9509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0216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0216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Evolves a population of repair trees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0216" y="228600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selection — pick fittest parents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— swap sub-paths between parents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— re-route one leaf via Dijkstra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share the same fitness function — comparison isolates algorithmic differences only.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297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41-node US backbone network topology
</a:t>
            </a:r>
            <a:pPr indent="0" marL="0">
              <a:buNone/>
            </a:pPr>
            <a:r>
              <a:rPr lang="en-US" sz="12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data centers  |  Edges = WAN links
</a:t>
            </a:r>
            <a:pPr indent="0" marL="0">
              <a:buNone/>
            </a:pPr>
            <a:r>
              <a:rPr lang="en-US" sz="12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sampled uniformly [30,300] Mbps
</a:t>
            </a:r>
            <a:pPr indent="0" marL="0">
              <a:buNone/>
            </a:pPr>
            <a:r>
              <a:rPr lang="en-US" sz="12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population  ·  50 iterations  ·  3 trials per config
</a:t>
            </a:r>
            <a:pPr indent="0" marL="0">
              <a:buNone/>
            </a:pPr>
            <a:r>
              <a:rPr lang="en-US" sz="1200" i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repair latency, traffic, load std dev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Experiments: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402336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56048" y="1426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I: Vary RS code (n,k)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56048" y="1792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(11,7)(13,9)(14,10)(24,15)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(24,20)(27,13)(28,21)(33,18)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2468880"/>
            <a:ext cx="402336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2523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II: Vary bandwidth range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28895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30–90, 30–150, 30–210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30–270, 30–300 Mbps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3566160"/>
            <a:ext cx="4023360" cy="9601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3621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III: Vary block size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6048" y="39867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4, 6, 8, 10, 12, 14, 16 MB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Analysis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4864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097280"/>
            <a:ext cx="283464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1097280"/>
            <a:ext cx="109728" cy="777240"/>
          </a:xfrm>
          <a:prstGeom prst="rect">
            <a:avLst/>
          </a:prstGeom>
          <a:solidFill>
            <a:srgbClr val="1F8AC0"/>
          </a:solidFill>
          <a:ln w="12700">
            <a:solidFill>
              <a:srgbClr val="1F8A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99632" y="1170432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 converges by iteration 7 — fastest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103120"/>
            <a:ext cx="283464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2103120"/>
            <a:ext cx="109728" cy="77724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9632" y="2176272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close behind, stabilizes ~iteration 7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3108960"/>
            <a:ext cx="283464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3108960"/>
            <a:ext cx="109728" cy="7772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99632" y="3182112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slowest — converges at iteration 28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251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 converges 4× faster than PSO — critical for production repair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I — Varying RS Code Parameters (n,k)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pPr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wins → produces lowest-latency repair trees    </a:t>
            </a:r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Traffic: </a:t>
            </a:r>
            <a:pPr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uses least traffic across all configs    </a:t>
            </a:r>
            <a:pPr indent="0" marL="0">
              <a:buNone/>
            </a:pPr>
            <a:r>
              <a:rPr lang="en-US" sz="11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Load: </a:t>
            </a:r>
            <a:pPr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similar — no single winner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II — Varying Bandwidth Range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std converges to same value at high bandwidth — network stops being the bottleneck    </a:t>
            </a:r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+ GA nearly identical</a:t>
            </a:r>
            <a:pPr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all bandwidth configs    </a:t>
            </a:r>
            <a:pPr indent="0" marL="0">
              <a:buNone/>
            </a:pPr>
            <a:r>
              <a:rPr lang="en-US" sz="1100" b="1" dirty="0">
                <a:solidFill>
                  <a:srgbClr val="1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 spikes at 30–210 Mbps</a:t>
            </a:r>
            <a:pPr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more aggressive routing under mid-range bandwidth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III — Varying Block Size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flat for all algorithms</a:t>
            </a:r>
            <a:pPr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block size doesn't change path structure, validates model    </a:t>
            </a:r>
            <a:pPr indent="0" marL="0">
              <a:buNone/>
            </a:pPr>
            <a:r>
              <a:rPr lang="en-US" sz="11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scales linearly</a:t>
            </a:r>
            <a:pPr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block size as expected    </a:t>
            </a:r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uses 20–30% less traffic than WOA</a:t>
            </a:r>
            <a:pPr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finding not covered in original paper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Does WOA Win?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8A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457200"/>
          </a:xfrm>
          <a:prstGeom prst="rect">
            <a:avLst/>
          </a:prstGeom>
          <a:solidFill>
            <a:srgbClr val="1F8AC0"/>
          </a:solidFill>
          <a:ln w="12700">
            <a:solidFill>
              <a:srgbClr val="1F8A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 strengths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convergence — iteration 7 vs 28 for PSO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time-critical repair decisions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exploration + exploitation well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4408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C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960120"/>
            <a:ext cx="2743200" cy="4572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9875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 advantages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150876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less repair traffic than WOA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load balancing to GA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when bandwidth is the bottleneck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9E5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960120"/>
            <a:ext cx="2743200" cy="45720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9875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findings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0216" y="150876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repair latency across (n,k) configs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traffic-efficient in Exp 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convergence — trades speed for quality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winner — each algorithm has a different strength: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convergence — best for time-critical decisions
</a:t>
            </a:r>
            <a:pPr indent="0" marL="0">
              <a:buNone/>
            </a:pPr>
            <a:r>
              <a:rPr lang="en-US" sz="13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traffic-efficient — best when bandwidth is constrained
</a:t>
            </a:r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repair latency — best for solution quality given time
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paper's claim is partially validated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WOA's convergence advantage is real. But PSO's traffic efficiency and GA's latency quality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findings the paper misses by not running this comparison.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20116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bandwidth model — test robustness under fluctuating links   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100 iterations × 10 trials for publication-quality results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github.com/eshwarikhurd/woa-repair-optimization  |  khurde@uci.edu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2026-04-29T00:04:23Z</dcterms:created>
  <dcterms:modified xsi:type="dcterms:W3CDTF">2026-04-29T00:04:23Z</dcterms:modified>
</cp:coreProperties>
</file>